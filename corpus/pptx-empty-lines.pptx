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se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mpty18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endParaRPr lang="en-US" sz="18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mpty36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endParaRPr lang="en-US" sz="36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mpty10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endParaRPr lang="en-US" sz="10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mpty_inherited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/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empty18_spacing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US" sz="18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wo_empty36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endParaRPr lang="en-US" sz="3600">
              <a:latin typeface="Calibri"/>
            </a:endParaRPr>
          </a:p>
          <a:p>
            <a:endParaRPr lang="en-US" sz="36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eaks_base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br>
              <a:rPr lang="en-US" sz="3600">
                <a:latin typeface="Calibri"/>
              </a:rPr>
            </a:br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eak_break36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br>
              <a:rPr lang="en-US" sz="3600">
                <a:latin typeface="Calibri"/>
              </a:rPr>
            </a:br>
            <a:br>
              <a:rPr lang="en-US" sz="3600">
                <a:latin typeface="Calibri"/>
              </a:rPr>
            </a:br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reak_break10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br>
              <a:rPr lang="en-US" sz="1000">
                <a:latin typeface="Calibri"/>
              </a:rPr>
            </a:br>
            <a:br>
              <a:rPr lang="en-US" sz="1000">
                <a:latin typeface="Calibri"/>
              </a:rPr>
            </a:br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railing_break_mark36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br>
              <a:rPr lang="en-US" sz="1800">
                <a:latin typeface="Calibri"/>
              </a:rPr>
            </a:br>
            <a:endParaRPr lang="en-US" sz="36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railing_break_mark10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br>
              <a:rPr lang="en-US" sz="1800">
                <a:latin typeface="Calibri"/>
              </a:rPr>
            </a:br>
            <a:endParaRPr lang="en-US" sz="10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olo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leading_empty36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endParaRPr lang="en-US" sz="36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ark36_on_text"/>
          <p:cNvSpPr txBox="1"/>
          <p:nvPr/>
        </p:nvSpPr>
        <p:spPr>
          <a:xfrm>
            <a:off x="914400" y="457200"/>
            <a:ext cx="7315200" cy="5943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endParaRPr lang="en-US" sz="36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_text"/>
          <p:cNvSpPr txBox="1"/>
          <p:nvPr/>
        </p:nvSpPr>
        <p:spPr>
          <a:xfrm>
            <a:off x="914400" y="2540000"/>
            <a:ext cx="73152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_trailing"/>
          <p:cNvSpPr txBox="1"/>
          <p:nvPr/>
        </p:nvSpPr>
        <p:spPr>
          <a:xfrm>
            <a:off x="914400" y="2540000"/>
            <a:ext cx="73152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  <a:p>
            <a:endParaRPr lang="en-US" sz="3600">
              <a:latin typeface="Calibri"/>
            </a:endParaRPr>
          </a:p>
          <a:p>
            <a:endParaRPr lang="en-US" sz="3600"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_leading"/>
          <p:cNvSpPr txBox="1"/>
          <p:nvPr/>
        </p:nvSpPr>
        <p:spPr>
          <a:xfrm>
            <a:off x="914400" y="2540000"/>
            <a:ext cx="7315200" cy="1270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endParaRPr lang="en-US" sz="3600">
              <a:latin typeface="Calibri"/>
            </a:endParaRPr>
          </a:p>
          <a:p>
            <a:endParaRPr lang="en-US" sz="3600">
              <a:latin typeface="Calibri"/>
            </a:endParaRPr>
          </a:p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_trailing_break"/>
          <p:cNvSpPr txBox="1"/>
          <p:nvPr/>
        </p:nvSpPr>
        <p:spPr>
          <a:xfrm>
            <a:off x="914400" y="2540000"/>
            <a:ext cx="73152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br>
              <a:rPr lang="en-US" sz="3600">
                <a:latin typeface="Calibri"/>
              </a:rPr>
            </a:br>
            <a:endParaRPr lang="en-US" sz="3600">
              <a:latin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_first_space_before"/>
          <p:cNvSpPr txBox="1"/>
          <p:nvPr/>
        </p:nvSpPr>
        <p:spPr>
          <a:xfrm>
            <a:off x="914400" y="2540000"/>
            <a:ext cx="73152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>
              <a:spcBef>
                <a:spcPts val="3600"/>
              </a:spcBef>
            </a:pPr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_last_space_after"/>
          <p:cNvSpPr txBox="1"/>
          <p:nvPr/>
        </p:nvSpPr>
        <p:spPr>
          <a:xfrm>
            <a:off x="914400" y="2540000"/>
            <a:ext cx="7315200" cy="762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pPr>
              <a:spcAft>
                <a:spcPts val="3600"/>
              </a:spcAft>
            </a:pPr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tr_text"/>
          <p:cNvSpPr txBox="1"/>
          <p:nvPr/>
        </p:nvSpPr>
        <p:spPr>
          <a:xfrm>
            <a:off x="914400" y="2540000"/>
            <a:ext cx="7315200" cy="1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tr_trailing"/>
          <p:cNvSpPr txBox="1"/>
          <p:nvPr/>
        </p:nvSpPr>
        <p:spPr>
          <a:xfrm>
            <a:off x="914400" y="2540000"/>
            <a:ext cx="7315200" cy="1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  <a:p>
            <a:endParaRPr lang="en-US" sz="3600">
              <a:latin typeface="Calibri"/>
            </a:endParaRPr>
          </a:p>
          <a:p>
            <a:endParaRPr lang="en-US" sz="3600">
              <a:latin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tr_leading"/>
          <p:cNvSpPr txBox="1"/>
          <p:nvPr/>
        </p:nvSpPr>
        <p:spPr>
          <a:xfrm>
            <a:off x="914400" y="2540000"/>
            <a:ext cx="7315200" cy="1270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endParaRPr lang="en-US" sz="3600">
              <a:latin typeface="Calibri"/>
            </a:endParaRPr>
          </a:p>
          <a:p>
            <a:endParaRPr lang="en-US" sz="3600">
              <a:latin typeface="Calibri"/>
            </a:endParaRPr>
          </a:p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tr_trailing_break"/>
          <p:cNvSpPr txBox="1"/>
          <p:nvPr/>
        </p:nvSpPr>
        <p:spPr>
          <a:xfrm>
            <a:off x="914400" y="2540000"/>
            <a:ext cx="7315200" cy="76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br>
              <a:rPr lang="en-US" sz="3600">
                <a:latin typeface="Calibri"/>
              </a:rPr>
            </a:br>
            <a:endParaRPr lang="en-US" sz="3600"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tr_first_space_before"/>
          <p:cNvSpPr txBox="1"/>
          <p:nvPr/>
        </p:nvSpPr>
        <p:spPr>
          <a:xfrm>
            <a:off x="914400" y="2540000"/>
            <a:ext cx="7315200" cy="76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Bef>
                <a:spcPts val="3600"/>
              </a:spcBef>
            </a:pPr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tr_last_space_after"/>
          <p:cNvSpPr txBox="1"/>
          <p:nvPr/>
        </p:nvSpPr>
        <p:spPr>
          <a:xfrm>
            <a:off x="914400" y="2540000"/>
            <a:ext cx="7315200" cy="762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pPr>
              <a:spcAft>
                <a:spcPts val="3600"/>
              </a:spcAft>
            </a:pPr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_text"/>
          <p:cNvSpPr txBox="1"/>
          <p:nvPr/>
        </p:nvSpPr>
        <p:spPr>
          <a:xfrm>
            <a:off x="914400" y="2540000"/>
            <a:ext cx="7315200" cy="1270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_trailing"/>
          <p:cNvSpPr txBox="1"/>
          <p:nvPr/>
        </p:nvSpPr>
        <p:spPr>
          <a:xfrm>
            <a:off x="914400" y="2540000"/>
            <a:ext cx="7315200" cy="1270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  <a:p>
            <a:endParaRPr lang="en-US" sz="3600">
              <a:latin typeface="Calibri"/>
            </a:endParaRPr>
          </a:p>
          <a:p>
            <a:endParaRPr lang="en-US" sz="3600">
              <a:latin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_leading"/>
          <p:cNvSpPr txBox="1"/>
          <p:nvPr/>
        </p:nvSpPr>
        <p:spPr>
          <a:xfrm>
            <a:off x="914400" y="2540000"/>
            <a:ext cx="7315200" cy="1270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endParaRPr lang="en-US" sz="3600">
              <a:latin typeface="Calibri"/>
            </a:endParaRPr>
          </a:p>
          <a:p>
            <a:endParaRPr lang="en-US" sz="3600">
              <a:latin typeface="Calibri"/>
            </a:endParaRPr>
          </a:p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_trailing_break"/>
          <p:cNvSpPr txBox="1"/>
          <p:nvPr/>
        </p:nvSpPr>
        <p:spPr>
          <a:xfrm>
            <a:off x="914400" y="2540000"/>
            <a:ext cx="7315200" cy="762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br>
              <a:rPr lang="en-US" sz="3600">
                <a:latin typeface="Calibri"/>
              </a:rPr>
            </a:br>
            <a:endParaRPr lang="en-US" sz="3600">
              <a:latin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_first_space_before"/>
          <p:cNvSpPr txBox="1"/>
          <p:nvPr/>
        </p:nvSpPr>
        <p:spPr>
          <a:xfrm>
            <a:off x="914400" y="2540000"/>
            <a:ext cx="7315200" cy="762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>
              <a:spcBef>
                <a:spcPts val="3600"/>
              </a:spcBef>
            </a:pPr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_last_space_after"/>
          <p:cNvSpPr txBox="1"/>
          <p:nvPr/>
        </p:nvSpPr>
        <p:spPr>
          <a:xfrm>
            <a:off x="914400" y="2540000"/>
            <a:ext cx="7315200" cy="7620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r>
              <a:rPr lang="en-US" sz="1800">
                <a:latin typeface="Calibri"/>
              </a:rPr>
              <a:t>Abc</a:t>
            </a:r>
            <a:endParaRPr lang="en-US" sz="1800">
              <a:latin typeface="Calibri"/>
            </a:endParaRPr>
          </a:p>
          <a:p>
            <a:pPr>
              <a:spcAft>
                <a:spcPts val="3600"/>
              </a:spcAft>
            </a:pPr>
            <a:r>
              <a:rPr lang="en-US" sz="1800">
                <a:latin typeface="Calibri"/>
              </a:rPr>
              <a:t>Xyz</a:t>
            </a:r>
            <a:endParaRPr lang="en-US" sz="1800"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