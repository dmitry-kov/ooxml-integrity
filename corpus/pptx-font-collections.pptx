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7d9985118741ae" /><Relationship Type="http://schemas.openxmlformats.org/officeDocument/2006/relationships/extended-properties" Target="/docProps/app.xml" Id="R6b78be2591f44d2a" /><Relationship Type="http://schemas.openxmlformats.org/officeDocument/2006/relationships/officeDocument" Target="/ppt/presentation.xml" Id="Rbc011d39985148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cea8d524ce4951"/>
  </p:sldMasterIdLst>
  <p:notesMasterIdLst>
    <p:notesMasterId xmlns:r="http://schemas.openxmlformats.org/officeDocument/2006/relationships" r:id="Rfdb9078176054e1b"/>
  </p:notesMasterIdLst>
  <p:sldIdLst>
    <p:sldId xmlns:r="http://schemas.openxmlformats.org/officeDocument/2006/relationships" id="256" r:id="R89acb2c007ee4247"/>
    <p:sldId xmlns:r="http://schemas.openxmlformats.org/officeDocument/2006/relationships" id="257" r:id="R51627fcb4c044d67"/>
    <p:sldId xmlns:r="http://schemas.openxmlformats.org/officeDocument/2006/relationships" id="258" r:id="R01cfa8558b3c4f64"/>
    <p:sldId xmlns:r="http://schemas.openxmlformats.org/officeDocument/2006/relationships" id="259" r:id="Re5da0d8a97934d7a"/>
    <p:sldId xmlns:r="http://schemas.openxmlformats.org/officeDocument/2006/relationships" id="260" r:id="R84fce2488aa5453a"/>
    <p:sldId xmlns:r="http://schemas.openxmlformats.org/officeDocument/2006/relationships" id="261" r:id="Rf8f7fb62795c4e85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3238f9b9e64999" /><Relationship Type="http://schemas.openxmlformats.org/officeDocument/2006/relationships/slideMaster" Target="/ppt/slideMasters/slideMaster1.xml" Id="Rc8cea8d524ce4951" /><Relationship Type="http://schemas.openxmlformats.org/officeDocument/2006/relationships/notesMaster" Target="/ppt/notesMasters/notesMaster1.xml" Id="Rfdb9078176054e1b" /><Relationship Type="http://schemas.openxmlformats.org/officeDocument/2006/relationships/presProps" Target="/ppt/presProps.xml" Id="Rab2023f27dff41dc" /><Relationship Type="http://schemas.openxmlformats.org/officeDocument/2006/relationships/tableStyles" Target="/ppt/tableStyles.xml" Id="R5eb11428030a4627" /><Relationship Type="http://schemas.openxmlformats.org/officeDocument/2006/relationships/slide" Target="/ppt/slides/slide1.xml" Id="R89acb2c007ee4247" /><Relationship Type="http://schemas.openxmlformats.org/officeDocument/2006/relationships/slide" Target="/ppt/slides/slide2.xml" Id="R51627fcb4c044d67" /><Relationship Type="http://schemas.openxmlformats.org/officeDocument/2006/relationships/slide" Target="/ppt/slides/slide3.xml" Id="R01cfa8558b3c4f64" /><Relationship Type="http://schemas.openxmlformats.org/officeDocument/2006/relationships/slide" Target="/ppt/slides/slide4.xml" Id="Re5da0d8a97934d7a" /><Relationship Type="http://schemas.openxmlformats.org/officeDocument/2006/relationships/slide" Target="/ppt/slides/slide5.xml" Id="R84fce2488aa5453a" /><Relationship Type="http://schemas.openxmlformats.org/officeDocument/2006/relationships/slide" Target="/ppt/slides/slide6.xml" Id="Rf8f7fb62795c4e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a4566c5c4248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4dd741d6624a47" /><Relationship Type="http://schemas.openxmlformats.org/officeDocument/2006/relationships/notesMaster" Target="/ppt/notesMasters/notesMaster1.xml" Id="R707a8bcd1bfb42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061b96e43549df" /><Relationship Type="http://schemas.openxmlformats.org/officeDocument/2006/relationships/notesMaster" Target="/ppt/notesMasters/notesMaster1.xml" Id="Rb63e0f816c2f4f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14118ef2ac49f1" /><Relationship Type="http://schemas.openxmlformats.org/officeDocument/2006/relationships/notesMaster" Target="/ppt/notesMasters/notesMaster1.xml" Id="R307463a9fd204d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32fd18c1874455" /><Relationship Type="http://schemas.openxmlformats.org/officeDocument/2006/relationships/notesMaster" Target="/ppt/notesMasters/notesMaster1.xml" Id="Rb87bd04b01194a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197b6921c44432" /><Relationship Type="http://schemas.openxmlformats.org/officeDocument/2006/relationships/notesMaster" Target="/ppt/notesMasters/notesMaster1.xml" Id="R2fcc635d86e446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7e56c24bda4bd6" /><Relationship Type="http://schemas.openxmlformats.org/officeDocument/2006/relationships/notesMaster" Target="/ppt/notesMasters/notesMaster1.xml" Id="R26fff36d6f9041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506b52c18e4e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6f6f60e61f4b57" /><Relationship Type="http://schemas.openxmlformats.org/officeDocument/2006/relationships/slideLayout" Target="/ppt/slideLayouts/slideLayout1.xml" Id="Rc809cef987fe40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09cef987fe40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3822696714797" /><Relationship Type="http://schemas.openxmlformats.org/officeDocument/2006/relationships/notesSlide" Target="/ppt/notesSlides/notesSlide1.xml" Id="R1a6b04b981f941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6edb087af4b77" /><Relationship Type="http://schemas.openxmlformats.org/officeDocument/2006/relationships/notesSlide" Target="/ppt/notesSlides/notesSlide2.xml" Id="R0b77ef03094245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c17938dbb41f9" /><Relationship Type="http://schemas.openxmlformats.org/officeDocument/2006/relationships/notesSlide" Target="/ppt/notesSlides/notesSlide3.xml" Id="R3cac28dc0e2c4a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23b1f7afa47e2" /><Relationship Type="http://schemas.openxmlformats.org/officeDocument/2006/relationships/notesSlide" Target="/ppt/notesSlides/notesSlide4.xml" Id="Rbcff6478207647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a940715234340" /><Relationship Type="http://schemas.openxmlformats.org/officeDocument/2006/relationships/notesSlide" Target="/ppt/notesSlides/notesSlide5.xml" Id="R8d61c9827b3c48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7db1be6404d00" /><Relationship Type="http://schemas.openxmlformats.org/officeDocument/2006/relationships/notesSlide" Target="/ppt/notesSlides/notesSlide6.xml" Id="R9727593eeb6a42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IT_regular">
            <a:extLst xmlns:a="http://schemas.openxmlformats.org/drawingml/2006/main">
              <a:ext uri="{FF2B5EF4-FFF2-40B4-BE49-F238E27FC236}">
                <a16:creationId xmlns:a16="http://schemas.microsoft.com/office/drawing/2014/main" id="{F6AC6A98-9AE9-45FC-B96E-4DF8B40C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0C0"/>
            </a:solidFill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111111"/>
                </a:solidFill>
                <a:latin typeface="Times"/>
                <a:ea typeface="Times"/>
                <a:cs typeface="Times"/>
              </a:defRPr>
            </a:pPr>
            <a:r>
              <a:rPr sz="2400" b="0" i="0">
                <a:solidFill>
                  <a:srgbClr val="111111"/>
                </a:solidFill>
                <a:latin typeface="Times"/>
                <a:ea typeface="Times"/>
                <a:cs typeface="Times"/>
              </a:rPr>
              <a:t>rrrrrrrrrrrrrrrrrrrr</a:t>
            </a:r>
          </a:p>
        </p:txBody>
      </p:sp>
    </p:spTree>
    <p:extLst>
      <p:ext uri="{BB962C8B-B14F-4D97-AF65-F5344CB8AC3E}">
        <p14:creationId xmlns:p14="http://schemas.microsoft.com/office/powerpoint/2010/main" val="15831753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ER_bold">
            <a:extLst xmlns:a="http://schemas.openxmlformats.org/drawingml/2006/main">
              <a:ext uri="{FF2B5EF4-FFF2-40B4-BE49-F238E27FC236}">
                <a16:creationId xmlns:a16="http://schemas.microsoft.com/office/drawing/2014/main" id="{20B2B402-BFD6-4E97-919B-0F8F69A3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0C0"/>
            </a:solidFill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11111"/>
                </a:solidFill>
                <a:latin typeface="Times"/>
                <a:ea typeface="Times"/>
                <a:cs typeface="Times"/>
              </a:defRPr>
            </a:pPr>
            <a:r>
              <a:rPr sz="2400" b="1" i="0">
                <a:solidFill>
                  <a:srgbClr val="111111"/>
                </a:solidFill>
                <a:latin typeface="Times"/>
                <a:ea typeface="Times"/>
                <a:cs typeface="Times"/>
              </a:rPr>
              <a:t>rrrrrrrrrrrrrrrrrrrr</a:t>
            </a:r>
          </a:p>
        </p:txBody>
      </p:sp>
    </p:spTree>
    <p:extLst>
      <p:ext uri="{BB962C8B-B14F-4D97-AF65-F5344CB8AC3E}">
        <p14:creationId xmlns:p14="http://schemas.microsoft.com/office/powerpoint/2010/main" val="15018606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IT_bold">
            <a:extLst xmlns:a="http://schemas.openxmlformats.org/drawingml/2006/main">
              <a:ext uri="{FF2B5EF4-FFF2-40B4-BE49-F238E27FC236}">
                <a16:creationId xmlns:a16="http://schemas.microsoft.com/office/drawing/2014/main" id="{9A00C02E-3548-467A-A7E1-6D68F45E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0C0"/>
            </a:solidFill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11111"/>
                </a:solidFill>
                <a:latin typeface="Times"/>
                <a:ea typeface="Times"/>
                <a:cs typeface="Times"/>
              </a:defRPr>
            </a:pPr>
            <a:r>
              <a:rPr sz="2400" b="1" i="0">
                <a:solidFill>
                  <a:srgbClr val="111111"/>
                </a:solidFill>
                <a:latin typeface="Times"/>
                <a:ea typeface="Times"/>
                <a:cs typeface="Times"/>
              </a:rPr>
              <a:t>rrrrrrrrrrrrrrrrrrrr</a:t>
            </a:r>
          </a:p>
        </p:txBody>
      </p:sp>
    </p:spTree>
    <p:extLst>
      <p:ext uri="{BB962C8B-B14F-4D97-AF65-F5344CB8AC3E}">
        <p14:creationId xmlns:p14="http://schemas.microsoft.com/office/powerpoint/2010/main" val="2223088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IT_italic">
            <a:extLst xmlns:a="http://schemas.openxmlformats.org/drawingml/2006/main">
              <a:ext uri="{FF2B5EF4-FFF2-40B4-BE49-F238E27FC236}">
                <a16:creationId xmlns:a16="http://schemas.microsoft.com/office/drawing/2014/main" id="{FF7D28B6-5983-4B4A-B1FD-E3497DC2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692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0C0"/>
            </a:solidFill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 i="1">
                <a:solidFill>
                  <a:srgbClr val="111111"/>
                </a:solidFill>
                <a:latin typeface="Times"/>
                <a:ea typeface="Times"/>
                <a:cs typeface="Times"/>
              </a:defRPr>
            </a:pPr>
            <a:r>
              <a:rPr sz="2400" b="0" i="1">
                <a:solidFill>
                  <a:srgbClr val="111111"/>
                </a:solidFill>
                <a:latin typeface="Times"/>
                <a:ea typeface="Times"/>
                <a:cs typeface="Times"/>
              </a:rPr>
              <a:t>WWWWWWWWWW</a:t>
            </a:r>
          </a:p>
        </p:txBody>
      </p:sp>
    </p:spTree>
    <p:extLst>
      <p:ext uri="{BB962C8B-B14F-4D97-AF65-F5344CB8AC3E}">
        <p14:creationId xmlns:p14="http://schemas.microsoft.com/office/powerpoint/2010/main" val="8029142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ER_bold_italic">
            <a:extLst xmlns:a="http://schemas.openxmlformats.org/drawingml/2006/main">
              <a:ext uri="{FF2B5EF4-FFF2-40B4-BE49-F238E27FC236}">
                <a16:creationId xmlns:a16="http://schemas.microsoft.com/office/drawing/2014/main" id="{70F60F05-EDBB-44F9-8A9A-1845425F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18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0C0"/>
            </a:solidFill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1">
                <a:solidFill>
                  <a:srgbClr val="111111"/>
                </a:solidFill>
                <a:latin typeface="Times"/>
                <a:ea typeface="Times"/>
                <a:cs typeface="Times"/>
              </a:defRPr>
            </a:pPr>
            <a:r>
              <a:rPr sz="2400" b="1" i="1">
                <a:solidFill>
                  <a:srgbClr val="111111"/>
                </a:solidFill>
                <a:latin typeface="Times"/>
                <a:ea typeface="Times"/>
                <a:cs typeface="Times"/>
              </a:rPr>
              <a:t>rrrrrrrrrrrrrrrrrrrr</a:t>
            </a:r>
          </a:p>
        </p:txBody>
      </p:sp>
    </p:spTree>
    <p:extLst>
      <p:ext uri="{BB962C8B-B14F-4D97-AF65-F5344CB8AC3E}">
        <p14:creationId xmlns:p14="http://schemas.microsoft.com/office/powerpoint/2010/main" val="14430051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IT_bold_italic">
            <a:extLst xmlns:a="http://schemas.openxmlformats.org/drawingml/2006/main">
              <a:ext uri="{FF2B5EF4-FFF2-40B4-BE49-F238E27FC236}">
                <a16:creationId xmlns:a16="http://schemas.microsoft.com/office/drawing/2014/main" id="{2966AA97-D730-45D0-87A1-57BC032C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279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0C0"/>
            </a:solidFill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1">
                <a:solidFill>
                  <a:srgbClr val="111111"/>
                </a:solidFill>
                <a:latin typeface="Times"/>
                <a:ea typeface="Times"/>
                <a:cs typeface="Times"/>
              </a:defRPr>
            </a:pPr>
            <a:r>
              <a:rPr sz="2400" b="1" i="1">
                <a:solidFill>
                  <a:srgbClr val="111111"/>
                </a:solidFill>
                <a:latin typeface="Times"/>
                <a:ea typeface="Times"/>
                <a:cs typeface="Times"/>
              </a:rPr>
              <a:t>rrrrrrrrrrrrrrrrrrrr</a:t>
            </a:r>
          </a:p>
        </p:txBody>
      </p:sp>
    </p:spTree>
    <p:extLst>
      <p:ext uri="{BB962C8B-B14F-4D97-AF65-F5344CB8AC3E}">
        <p14:creationId xmlns:p14="http://schemas.microsoft.com/office/powerpoint/2010/main" val="18869870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2026-09-06T08:38:56.5590000Z</dcterms:created>
  <dcterms:modified xsi:type="dcterms:W3CDTF">2026-09-06T08:38:56.5590000Z</dcterms:modified>
</coreProperties>
</file>