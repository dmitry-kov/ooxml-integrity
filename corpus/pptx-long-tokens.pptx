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bb455ae4af4af1" /><Relationship Type="http://schemas.openxmlformats.org/officeDocument/2006/relationships/extended-properties" Target="/docProps/app.xml" Id="Rca25869dd8b94f30" /><Relationship Type="http://schemas.openxmlformats.org/officeDocument/2006/relationships/officeDocument" Target="/ppt/presentation.xml" Id="R66580bb83ede46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399108583f439c"/>
  </p:sldMasterIdLst>
  <p:notesMasterIdLst>
    <p:notesMasterId xmlns:r="http://schemas.openxmlformats.org/officeDocument/2006/relationships" r:id="R8643b74344024d80"/>
  </p:notesMasterIdLst>
  <p:sldIdLst>
    <p:sldId xmlns:r="http://schemas.openxmlformats.org/officeDocument/2006/relationships" id="256" r:id="R43eb7418ba0344b9"/>
    <p:sldId xmlns:r="http://schemas.openxmlformats.org/officeDocument/2006/relationships" id="257" r:id="R9b762dc7db74477b"/>
    <p:sldId xmlns:r="http://schemas.openxmlformats.org/officeDocument/2006/relationships" id="258" r:id="R3a91949eccf546e5"/>
    <p:sldId xmlns:r="http://schemas.openxmlformats.org/officeDocument/2006/relationships" id="259" r:id="R9b6728593a034390"/>
    <p:sldId xmlns:r="http://schemas.openxmlformats.org/officeDocument/2006/relationships" id="260" r:id="R9d7c0f9303004882"/>
    <p:sldId xmlns:r="http://schemas.openxmlformats.org/officeDocument/2006/relationships" id="261" r:id="R5113fc74e1fd4c33"/>
    <p:sldId xmlns:r="http://schemas.openxmlformats.org/officeDocument/2006/relationships" id="262" r:id="R86673fbf32ad4289"/>
    <p:sldId xmlns:r="http://schemas.openxmlformats.org/officeDocument/2006/relationships" id="263" r:id="Rc45c0d460cb244d7"/>
    <p:sldId xmlns:r="http://schemas.openxmlformats.org/officeDocument/2006/relationships" id="264" r:id="Ra4795db4528c4c9a"/>
    <p:sldId xmlns:r="http://schemas.openxmlformats.org/officeDocument/2006/relationships" id="265" r:id="Rfc42b28d676d4b91"/>
    <p:sldId xmlns:r="http://schemas.openxmlformats.org/officeDocument/2006/relationships" id="266" r:id="Rdd81199c649f4fc6"/>
    <p:sldId xmlns:r="http://schemas.openxmlformats.org/officeDocument/2006/relationships" id="267" r:id="R6bbed7360e6d4df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51f6be83e24a06" /><Relationship Type="http://schemas.openxmlformats.org/officeDocument/2006/relationships/slideMaster" Target="/ppt/slideMasters/slideMaster1.xml" Id="R86399108583f439c" /><Relationship Type="http://schemas.openxmlformats.org/officeDocument/2006/relationships/notesMaster" Target="/ppt/notesMasters/notesMaster1.xml" Id="R8643b74344024d80" /><Relationship Type="http://schemas.openxmlformats.org/officeDocument/2006/relationships/presProps" Target="/ppt/presProps.xml" Id="R9eddae29058b4e95" /><Relationship Type="http://schemas.openxmlformats.org/officeDocument/2006/relationships/tableStyles" Target="/ppt/tableStyles.xml" Id="R313a2aa22e60454e" /><Relationship Type="http://schemas.openxmlformats.org/officeDocument/2006/relationships/slide" Target="/ppt/slides/slide1.xml" Id="R43eb7418ba0344b9" /><Relationship Type="http://schemas.openxmlformats.org/officeDocument/2006/relationships/slide" Target="/ppt/slides/slide2.xml" Id="R9b762dc7db74477b" /><Relationship Type="http://schemas.openxmlformats.org/officeDocument/2006/relationships/slide" Target="/ppt/slides/slide3.xml" Id="R3a91949eccf546e5" /><Relationship Type="http://schemas.openxmlformats.org/officeDocument/2006/relationships/slide" Target="/ppt/slides/slide4.xml" Id="R9b6728593a034390" /><Relationship Type="http://schemas.openxmlformats.org/officeDocument/2006/relationships/slide" Target="/ppt/slides/slide5.xml" Id="R9d7c0f9303004882" /><Relationship Type="http://schemas.openxmlformats.org/officeDocument/2006/relationships/slide" Target="/ppt/slides/slide6.xml" Id="R5113fc74e1fd4c33" /><Relationship Type="http://schemas.openxmlformats.org/officeDocument/2006/relationships/slide" Target="/ppt/slides/slide7.xml" Id="R86673fbf32ad4289" /><Relationship Type="http://schemas.openxmlformats.org/officeDocument/2006/relationships/slide" Target="/ppt/slides/slide8.xml" Id="Rc45c0d460cb244d7" /><Relationship Type="http://schemas.openxmlformats.org/officeDocument/2006/relationships/slide" Target="/ppt/slides/slide9.xml" Id="Ra4795db4528c4c9a" /><Relationship Type="http://schemas.openxmlformats.org/officeDocument/2006/relationships/slide" Target="/ppt/slides/slide10.xml" Id="Rfc42b28d676d4b91" /><Relationship Type="http://schemas.openxmlformats.org/officeDocument/2006/relationships/slide" Target="/ppt/slides/slide11.xml" Id="Rdd81199c649f4fc6" /><Relationship Type="http://schemas.openxmlformats.org/officeDocument/2006/relationships/slide" Target="/ppt/slides/slide12.xml" Id="R6bbed7360e6d4d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3df244408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24908e78e4610" /><Relationship Type="http://schemas.openxmlformats.org/officeDocument/2006/relationships/notesMaster" Target="/ppt/notesMasters/notesMaster1.xml" Id="Rfaa4c7f886d744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c489cd25a04b60" /><Relationship Type="http://schemas.openxmlformats.org/officeDocument/2006/relationships/notesMaster" Target="/ppt/notesMasters/notesMaster1.xml" Id="Rf232555c42e845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3c611016b4a22" /><Relationship Type="http://schemas.openxmlformats.org/officeDocument/2006/relationships/notesMaster" Target="/ppt/notesMasters/notesMaster1.xml" Id="Raf673dce28ef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a766e09b6d4e02" /><Relationship Type="http://schemas.openxmlformats.org/officeDocument/2006/relationships/notesMaster" Target="/ppt/notesMasters/notesMaster1.xml" Id="Rfe0bfe95fea9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685514ef4040bb" /><Relationship Type="http://schemas.openxmlformats.org/officeDocument/2006/relationships/notesMaster" Target="/ppt/notesMasters/notesMaster1.xml" Id="R44759f9b3e6145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95632c93194cd9" /><Relationship Type="http://schemas.openxmlformats.org/officeDocument/2006/relationships/notesMaster" Target="/ppt/notesMasters/notesMaster1.xml" Id="R23a21541bca4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be543ea9df48b2" /><Relationship Type="http://schemas.openxmlformats.org/officeDocument/2006/relationships/notesMaster" Target="/ppt/notesMasters/notesMaster1.xml" Id="R2285422345ec4d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9ac32a38204760" /><Relationship Type="http://schemas.openxmlformats.org/officeDocument/2006/relationships/notesMaster" Target="/ppt/notesMasters/notesMaster1.xml" Id="R6e75ade80b0e41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798afdd40640ac" /><Relationship Type="http://schemas.openxmlformats.org/officeDocument/2006/relationships/notesMaster" Target="/ppt/notesMasters/notesMaster1.xml" Id="R31e8340bd713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a5b5b6af394a78" /><Relationship Type="http://schemas.openxmlformats.org/officeDocument/2006/relationships/notesMaster" Target="/ppt/notesMasters/notesMaster1.xml" Id="R8cd42b2a8fa041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de6692bfc465d" /><Relationship Type="http://schemas.openxmlformats.org/officeDocument/2006/relationships/notesMaster" Target="/ppt/notesMasters/notesMaster1.xml" Id="R9b2ad1ce8b934f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07efdbb46b4b3f" /><Relationship Type="http://schemas.openxmlformats.org/officeDocument/2006/relationships/notesMaster" Target="/ppt/notesMasters/notesMaster1.xml" Id="Racf451c8a5f3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FIT_default_tall.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OVER_default_short.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FIT_latin_false.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FIT_latin_true.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FIT_ordinary.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OVER_nowrap.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FIT_split_run.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OVER_single_glyph.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FIT_prefixed_long.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OVER_insets.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FIT_stored_scale.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ooxml-integrity P1 test fixture: FIT_prefixed_latin_true. Intentional overflow must be preserved. Blue outline is the actual text-box boundary. No user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06a143604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eaf6ffd73488c" /><Relationship Type="http://schemas.openxmlformats.org/officeDocument/2006/relationships/slideLayout" Target="/ppt/slideLayouts/slideLayout1.xml" Id="Ra6b63f542b8f4c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63f542b8f4c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8488f97664651" /><Relationship Type="http://schemas.openxmlformats.org/officeDocument/2006/relationships/notesSlide" Target="/ppt/notesSlides/notesSlide1.xml" Id="R6d6a0252f60941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2d1c7ea304fcb" /><Relationship Type="http://schemas.openxmlformats.org/officeDocument/2006/relationships/notesSlide" Target="/ppt/notesSlides/notesSlide2.xml" Id="R65cdeff89f8f46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0cfa3f4fc462c" /><Relationship Type="http://schemas.openxmlformats.org/officeDocument/2006/relationships/notesSlide" Target="/ppt/notesSlides/notesSlide3.xml" Id="Rcad68e785ad343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95f73c8e14170" /><Relationship Type="http://schemas.openxmlformats.org/officeDocument/2006/relationships/notesSlide" Target="/ppt/notesSlides/notesSlide4.xml" Id="R1c31239d8bc3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27db0fb644b50" /><Relationship Type="http://schemas.openxmlformats.org/officeDocument/2006/relationships/notesSlide" Target="/ppt/notesSlides/notesSlide5.xml" Id="Rd0a594c28b7b47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98cb278244e0f" /><Relationship Type="http://schemas.openxmlformats.org/officeDocument/2006/relationships/notesSlide" Target="/ppt/notesSlides/notesSlide6.xml" Id="Rc2c655f148b547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8db304f784c27" /><Relationship Type="http://schemas.openxmlformats.org/officeDocument/2006/relationships/notesSlide" Target="/ppt/notesSlides/notesSlide7.xml" Id="R1c1ef9bde88544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4641855e64fcd" /><Relationship Type="http://schemas.openxmlformats.org/officeDocument/2006/relationships/notesSlide" Target="/ppt/notesSlides/notesSlide8.xml" Id="Rfafcc3d84c804b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1aedff39e4d80" /><Relationship Type="http://schemas.openxmlformats.org/officeDocument/2006/relationships/notesSlide" Target="/ppt/notesSlides/notesSlide9.xml" Id="Reacbc9f5c80040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c644e0b4c4432" /><Relationship Type="http://schemas.openxmlformats.org/officeDocument/2006/relationships/notesSlide" Target="/ppt/notesSlides/notesSlide10.xml" Id="Rf442d0933f5847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17e0b0503469c" /><Relationship Type="http://schemas.openxmlformats.org/officeDocument/2006/relationships/notesSlide" Target="/ppt/notesSlides/notesSlide11.xml" Id="R6fa69e6bd4814a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b619028194c91" /><Relationship Type="http://schemas.openxmlformats.org/officeDocument/2006/relationships/notesSlide" Target="/ppt/notesSlides/notesSlide12.xml" Id="Rf6f5c4c8b7324b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default_tall">
            <a:extLst xmlns:a="http://schemas.openxmlformats.org/drawingml/2006/main">
              <a:ext uri="{FF2B5EF4-FFF2-40B4-BE49-F238E27FC236}">
                <a16:creationId xmlns:a16="http://schemas.microsoft.com/office/drawing/2014/main" id="{B5C48C11-68E2-4408-A244-ED7A018D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970202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ER_default_short">
            <a:extLst xmlns:a="http://schemas.openxmlformats.org/drawingml/2006/main">
              <a:ext uri="{FF2B5EF4-FFF2-40B4-BE49-F238E27FC236}">
                <a16:creationId xmlns:a16="http://schemas.microsoft.com/office/drawing/2014/main" id="{856FA99D-9AD1-4AF8-B0CC-613FE512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1474433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latin_false">
            <a:extLst xmlns:a="http://schemas.openxmlformats.org/drawingml/2006/main">
              <a:ext uri="{FF2B5EF4-FFF2-40B4-BE49-F238E27FC236}">
                <a16:creationId xmlns:a16="http://schemas.microsoft.com/office/drawing/2014/main" id="{B9E3F613-2CEF-4DF9-B81F-BA3E1CB8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latinLnBrk="0"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407733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latin_true">
            <a:extLst xmlns:a="http://schemas.openxmlformats.org/drawingml/2006/main">
              <a:ext uri="{FF2B5EF4-FFF2-40B4-BE49-F238E27FC236}">
                <a16:creationId xmlns:a16="http://schemas.microsoft.com/office/drawing/2014/main" id="{BA5FF388-7817-4729-A02D-5BB50106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latinLnBrk="1"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886163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ordinary">
            <a:extLst xmlns:a="http://schemas.openxmlformats.org/drawingml/2006/main">
              <a:ext uri="{FF2B5EF4-FFF2-40B4-BE49-F238E27FC236}">
                <a16:creationId xmlns:a16="http://schemas.microsoft.com/office/drawing/2014/main" id="{B1C2F17E-C0C9-4298-B686-56AE46F1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Commercial terms</a:t>
            </a:r>
          </a:p>
        </p:txBody>
      </p:sp>
    </p:spTree>
    <p:extLst>
      <p:ext uri="{BB962C8B-B14F-4D97-AF65-F5344CB8AC3E}">
        <p14:creationId xmlns:p14="http://schemas.microsoft.com/office/powerpoint/2010/main" val="1029517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ER_nowrap">
            <a:extLst xmlns:a="http://schemas.openxmlformats.org/drawingml/2006/main">
              <a:ext uri="{FF2B5EF4-FFF2-40B4-BE49-F238E27FC236}">
                <a16:creationId xmlns:a16="http://schemas.microsoft.com/office/drawing/2014/main" id="{F23FF546-400B-48F5-A0F8-CF49B18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535760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split_run">
            <a:extLst xmlns:a="http://schemas.openxmlformats.org/drawingml/2006/main">
              <a:ext uri="{FF2B5EF4-FFF2-40B4-BE49-F238E27FC236}">
                <a16:creationId xmlns:a16="http://schemas.microsoft.com/office/drawing/2014/main" id="{4A9BD857-5782-4AD4-8098-2AD91CC3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</a:t>
            </a: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</a:t>
            </a:r>
          </a:p>
        </p:txBody>
      </p:sp>
    </p:spTree>
    <p:extLst>
      <p:ext uri="{BB962C8B-B14F-4D97-AF65-F5344CB8AC3E}">
        <p14:creationId xmlns:p14="http://schemas.microsoft.com/office/powerpoint/2010/main" val="1753334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ER_single_glyph">
            <a:extLst xmlns:a="http://schemas.openxmlformats.org/drawingml/2006/main">
              <a:ext uri="{FF2B5EF4-FFF2-40B4-BE49-F238E27FC236}">
                <a16:creationId xmlns:a16="http://schemas.microsoft.com/office/drawing/2014/main" id="{F4C4400A-6AE5-4CDD-831C-C1D8B4B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14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86447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prefixed_long">
            <a:extLst xmlns:a="http://schemas.openxmlformats.org/drawingml/2006/main">
              <a:ext uri="{FF2B5EF4-FFF2-40B4-BE49-F238E27FC236}">
                <a16:creationId xmlns:a16="http://schemas.microsoft.com/office/drawing/2014/main" id="{225EF189-40C9-4847-83DA-B2275A03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Hi 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12122507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ER_insets">
            <a:extLst xmlns:a="http://schemas.openxmlformats.org/drawingml/2006/main">
              <a:ext uri="{FF2B5EF4-FFF2-40B4-BE49-F238E27FC236}">
                <a16:creationId xmlns:a16="http://schemas.microsoft.com/office/drawing/2014/main" id="{18A96F5E-8795-4F2B-88F7-C9EE8758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254000" tIns="0" rIns="25400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19376361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stored_scale">
            <a:extLst xmlns:a="http://schemas.openxmlformats.org/drawingml/2006/main">
              <a:ext uri="{FF2B5EF4-FFF2-40B4-BE49-F238E27FC236}">
                <a16:creationId xmlns:a16="http://schemas.microsoft.com/office/drawing/2014/main" id="{00DCD58F-98AC-43C6-8795-E817EEF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587122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prefixed_latin_true">
            <a:extLst xmlns:a="http://schemas.openxmlformats.org/drawingml/2006/main">
              <a:ext uri="{FF2B5EF4-FFF2-40B4-BE49-F238E27FC236}">
                <a16:creationId xmlns:a16="http://schemas.microsoft.com/office/drawing/2014/main" id="{36911241-8077-4374-8B7B-B59C9320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52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latinLnBrk="1">
              <a:defRPr sz="24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Hi WWWWWWWWWWWWWWWWWWWW</a:t>
            </a:r>
          </a:p>
        </p:txBody>
      </p:sp>
    </p:spTree>
    <p:extLst>
      <p:ext uri="{BB962C8B-B14F-4D97-AF65-F5344CB8AC3E}">
        <p14:creationId xmlns:p14="http://schemas.microsoft.com/office/powerpoint/2010/main" val="1265083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2026-09-05T22:15:22.0630000Z</dcterms:created>
  <dcterms:modified xsi:type="dcterms:W3CDTF">2026-09-05T22:15:22.0630000Z</dcterms:modified>
</coreProperties>
</file>