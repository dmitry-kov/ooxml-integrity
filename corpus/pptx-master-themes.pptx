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master-themes/a.xml" ContentType="application/vnd.openxmlformats-officedocument.theme+xml"/>
  <Override PartName="/ppt/master-themes/b.xml" ContentType="application/vnd.openxmlformats-officedocument.theme+xml"/>
  <Override PartName="/ppt/slideMasters/master-b.xml" ContentType="application/vnd.openxmlformats-officedocument.presentationml.slideMaster+xml"/>
  <Override PartName="/ppt/slideLayouts/layout-b.xml" ContentType="application/vnd.openxmlformats-officedocument.presentationml.slideLayout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284d353842407d" /><Relationship Type="http://schemas.openxmlformats.org/officeDocument/2006/relationships/extended-properties" Target="/docProps/app.xml" Id="R86cda4da616146ef" /><Relationship Type="http://schemas.openxmlformats.org/officeDocument/2006/relationships/officeDocument" Target="/ppt/presentation.xml" Id="Rfe58df305d804b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3310c2df8b403a"/>
    <p:sldMasterId xmlns:ns0="http://schemas.openxmlformats.org/officeDocument/2006/relationships" id="2147483650" ns0:id="masterB"/>
  </p:sldMasterIdLst>
  <p:notesMasterIdLst>
    <p:notesMasterId xmlns:r="http://schemas.openxmlformats.org/officeDocument/2006/relationships" r:id="R502ecfb83f0d494f"/>
  </p:notesMasterIdLst>
  <p:sldIdLst>
    <p:sldId xmlns:r="http://schemas.openxmlformats.org/officeDocument/2006/relationships" id="256" r:id="R295abadaf84f4d90"/>
    <p:sldId xmlns:r="http://schemas.openxmlformats.org/officeDocument/2006/relationships" id="257" r:id="Ra515141719ce4963"/>
    <p:sldId xmlns:r="http://schemas.openxmlformats.org/officeDocument/2006/relationships" id="258" r:id="R7516893896924a42"/>
    <p:sldId xmlns:r="http://schemas.openxmlformats.org/officeDocument/2006/relationships" id="259" r:id="R6f46b80c091c4dc8"/>
    <p:sldId xmlns:r="http://schemas.openxmlformats.org/officeDocument/2006/relationships" id="260" r:id="Re21dcfb6af0c4311"/>
    <p:sldId xmlns:r="http://schemas.openxmlformats.org/officeDocument/2006/relationships" id="261" r:id="R5a8848183c0c4a74"/>
    <p:sldId xmlns:r="http://schemas.openxmlformats.org/officeDocument/2006/relationships" id="262" r:id="Ra5928bf3c04a4b6d"/>
    <p:sldId xmlns:r="http://schemas.openxmlformats.org/officeDocument/2006/relationships" id="263" r:id="R657e60b5902f499e"/>
  </p:sldIdLst>
  <p:sldSz cx="9144000" cy="5143500"/>
  <p:notesSz cx="6858000" cy="9144000"/>
  <p:defaultTextStyle>
    <ns1:lvl1pPr xmlns:ns1="http://schemas.openxmlformats.org/drawingml/2006/main">
      <ns1:defRPr>
        <ns1:latin typeface="+mn-lt"/>
      </ns1:defRPr>
    </ns1:lvl1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Relationships xmlns="http://schemas.openxmlformats.org/package/2006/relationships"><Relationship Type="http://schemas.openxmlformats.org/officeDocument/2006/relationships/theme" Target="/ppt/theme/theme1.xml" Id="R54974c0503e74e5b"/><Relationship Type="http://schemas.openxmlformats.org/officeDocument/2006/relationships/slideMaster" Target="/ppt/slideMasters/slideMaster1.xml" Id="Rc73310c2df8b403a"/><Relationship Type="http://schemas.openxmlformats.org/officeDocument/2006/relationships/notesMaster" Target="/ppt/notesMasters/notesMaster1.xml" Id="R502ecfb83f0d494f"/><Relationship Type="http://schemas.openxmlformats.org/officeDocument/2006/relationships/presProps" Target="/ppt/presProps.xml" Id="Rdbe589a7a2cb4bea"/><Relationship Type="http://schemas.openxmlformats.org/officeDocument/2006/relationships/tableStyles" Target="/ppt/tableStyles.xml" Id="R0c37d8f8d92a438e"/><Relationship Type="http://schemas.openxmlformats.org/officeDocument/2006/relationships/slide" Target="/ppt/slides/slide1.xml" Id="R295abadaf84f4d90"/><Relationship Type="http://schemas.openxmlformats.org/officeDocument/2006/relationships/slide" Target="/ppt/slides/slide2.xml" Id="Ra515141719ce4963"/><Relationship Type="http://schemas.openxmlformats.org/officeDocument/2006/relationships/slide" Target="/ppt/slides/slide3.xml" Id="R7516893896924a42"/><Relationship Type="http://schemas.openxmlformats.org/officeDocument/2006/relationships/slide" Target="/ppt/slides/slide4.xml" Id="R6f46b80c091c4dc8"/><Relationship Type="http://schemas.openxmlformats.org/officeDocument/2006/relationships/slide" Target="/ppt/slides/slide5.xml" Id="Re21dcfb6af0c4311"/><Relationship Type="http://schemas.openxmlformats.org/officeDocument/2006/relationships/slide" Target="/ppt/slides/slide6.xml" Id="R5a8848183c0c4a74"/><Relationship Type="http://schemas.openxmlformats.org/officeDocument/2006/relationships/slide" Target="/ppt/slides/slide7.xml" Id="Ra5928bf3c04a4b6d"/><Relationship Type="http://schemas.openxmlformats.org/officeDocument/2006/relationships/slide" Target="/ppt/slides/slide8.xml" Id="R657e60b5902f499e"/><Relationship Id="masterB" Type="http://schemas.openxmlformats.org/officeDocument/2006/relationships/slideMaster" Target="/ppt/slideMasters/master-b.xml"/></Relationships>
</file>

<file path=ppt/master-themes/a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ourier New"/>
        <a:ea typeface="Calibri Light"/>
        <a:cs typeface="Calibri Light"/>
      </a:majorFont>
      <a:minorFont>
        <a:latin typeface="Arial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ster-themes/b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Times New Roman"/>
        <a:ea typeface="Calibri Light"/>
        <a:cs typeface="Calibri Light"/>
      </a:majorFont>
      <a:minorFont>
        <a:latin typeface="Courier New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3e53c8a7fb4a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d9b2679631428f" /><Relationship Type="http://schemas.openxmlformats.org/officeDocument/2006/relationships/notesMaster" Target="/ppt/notesMasters/notesMaster1.xml" Id="R5f8002acf4804b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b3b30c93384f43" /><Relationship Type="http://schemas.openxmlformats.org/officeDocument/2006/relationships/notesMaster" Target="/ppt/notesMasters/notesMaster1.xml" Id="R53fe2f4d2f214c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f67a4851ae466b" /><Relationship Type="http://schemas.openxmlformats.org/officeDocument/2006/relationships/notesMaster" Target="/ppt/notesMasters/notesMaster1.xml" Id="R167a3b42d80743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866152a3f84a9e" /><Relationship Type="http://schemas.openxmlformats.org/officeDocument/2006/relationships/notesMaster" Target="/ppt/notesMasters/notesMaster1.xml" Id="R0939eb74ca2740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85115c535d4e5b" /><Relationship Type="http://schemas.openxmlformats.org/officeDocument/2006/relationships/notesMaster" Target="/ppt/notesMasters/notesMaster1.xml" Id="Ra1048af168bd4d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3187e7824c4594" /><Relationship Type="http://schemas.openxmlformats.org/officeDocument/2006/relationships/notesMaster" Target="/ppt/notesMasters/notesMaster1.xml" Id="R7a10a500fdb844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5f8843660e4314" /><Relationship Type="http://schemas.openxmlformats.org/officeDocument/2006/relationships/notesMaster" Target="/ppt/notesMasters/notesMaster1.xml" Id="Rfe6706ee79c944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c5ffb5c39f4bd5" /><Relationship Type="http://schemas.openxmlformats.org/officeDocument/2006/relationships/notesMaster" Target="/ppt/notesMasters/notesMaster1.xml" Id="R758dcc796bf34c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layout-b.xml.rels><Relationships xmlns="http://schemas.openxmlformats.org/package/2006/relationships"><Relationship Type="http://schemas.openxmlformats.org/officeDocument/2006/relationships/slideMaster" Target="/ppt/slideMasters/master-b.xml" Id="Rcf31aa0a2fc04fab"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31aa0a2fc04fab" /></Relationships>
</file>

<file path=ppt/slideLayouts/layout-b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master-b.xml.rels><Relationships xmlns="http://schemas.openxmlformats.org/package/2006/relationships"><Relationship Type="http://schemas.openxmlformats.org/officeDocument/2006/relationships/theme" Target="/ppt/master-themes/b.xml" Id="R1d87dcfce41b4c94"/><Relationship Type="http://schemas.openxmlformats.org/officeDocument/2006/relationships/slideLayout" Target="/ppt/slideLayouts/layout-b.xml" Id="Rced7264cc66c426b"/></Relationships>
</file>

<file path=ppt/slideMasters/_rels/slideMaster1.xml.rels><Relationships xmlns="http://schemas.openxmlformats.org/package/2006/relationships"><Relationship Type="http://schemas.openxmlformats.org/officeDocument/2006/relationships/theme" Target="/ppt/master-themes/a.xml" Id="R1d87dcfce41b4c94"/><Relationship Type="http://schemas.openxmlformats.org/officeDocument/2006/relationships/slideLayout" Target="/ppt/slideLayouts/slideLayout1.xml" Id="Rced7264cc66c426b"/></Relationships>
</file>

<file path=ppt/slideMasters/master-b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ced7264cc66c42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d7264cc66c42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76f31fd0044aa" /><Relationship Type="http://schemas.openxmlformats.org/officeDocument/2006/relationships/notesSlide" Target="/ppt/notesSlides/notesSlide1.xml" Id="R66cafb539ed84382" /></Relationships>
</file>

<file path=ppt/slides/_rels/slide2.xml.rels><Relationships xmlns="http://schemas.openxmlformats.org/package/2006/relationships"><Relationship Type="http://schemas.openxmlformats.org/officeDocument/2006/relationships/slideLayout" Target="/ppt/slideLayouts/layout-b.xml" Id="Rda860cf673a3414a"/><Relationship Type="http://schemas.openxmlformats.org/officeDocument/2006/relationships/notesSlide" Target="/ppt/notesSlides/notesSlide2.xml" Id="R89933ca511174bcc"/></Relationships>
</file>

<file path=ppt/slides/_rels/slide3.xml.rels><Relationships xmlns="http://schemas.openxmlformats.org/package/2006/relationships"><Relationship Type="http://schemas.openxmlformats.org/officeDocument/2006/relationships/slideLayout" Target="/ppt/slideLayouts/layout-b.xml" Id="Re3020c4f83194e11"/><Relationship Type="http://schemas.openxmlformats.org/officeDocument/2006/relationships/notesSlide" Target="/ppt/notesSlides/notesSlide3.xml" Id="R7a9aa0e7fd3a4ce9"/></Relationships>
</file>

<file path=ppt/slides/_rels/slide4.xml.rels><Relationships xmlns="http://schemas.openxmlformats.org/package/2006/relationships"><Relationship Type="http://schemas.openxmlformats.org/officeDocument/2006/relationships/slideLayout" Target="/ppt/slideLayouts/layout-b.xml" Id="Rd6b0c0c5a5e7495f"/><Relationship Type="http://schemas.openxmlformats.org/officeDocument/2006/relationships/notesSlide" Target="/ppt/notesSlides/notesSlide4.xml" Id="R0bc20b3e34f94ad9"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e0ca07c2e4fc4" /><Relationship Type="http://schemas.openxmlformats.org/officeDocument/2006/relationships/notesSlide" Target="/ppt/notesSlides/notesSlide5.xml" Id="Rc0ae44f7cb6d46b8" /></Relationships>
</file>

<file path=ppt/slides/_rels/slide6.xml.rels><Relationships xmlns="http://schemas.openxmlformats.org/package/2006/relationships"><Relationship Type="http://schemas.openxmlformats.org/officeDocument/2006/relationships/slideLayout" Target="/ppt/slideLayouts/layout-b.xml" Id="Rd08c7e33f48c4f7d"/><Relationship Type="http://schemas.openxmlformats.org/officeDocument/2006/relationships/notesSlide" Target="/ppt/notesSlides/notesSlide6.xml" Id="R671408ef6c95404a"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34b13a7964d0e" /><Relationship Type="http://schemas.openxmlformats.org/officeDocument/2006/relationships/notesSlide" Target="/ppt/notesSlides/notesSlide7.xml" Id="R55dcd41719684c79" /></Relationships>
</file>

<file path=ppt/slides/_rels/slide8.xml.rels><Relationships xmlns="http://schemas.openxmlformats.org/package/2006/relationships"><Relationship Type="http://schemas.openxmlformats.org/officeDocument/2006/relationships/slideLayout" Target="/ppt/slideLayouts/layout-b.xml" Id="R70ada040f1be44c1"/><Relationship Type="http://schemas.openxmlformats.org/officeDocument/2006/relationships/notesSlide" Target="/ppt/notesSlides/notesSlide8.xml" Id="Rd7358bcde91f48bd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0A71A9A7-1DF5-45AF-ACFA-AEAC50B5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731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Master A body</a:t>
            </a:r>
          </a:p>
        </p:txBody>
      </p:sp>
      <p:sp>
        <p:nvSpPr>
          <p:cNvPr id="2" name="FIT_A_minor">
            <a:extLst xmlns:a="http://schemas.openxmlformats.org/drawingml/2006/main">
              <a:ext uri="{FF2B5EF4-FFF2-40B4-BE49-F238E27FC236}">
                <a16:creationId xmlns:a16="http://schemas.microsoft.com/office/drawing/2014/main" id="{AF9A6F42-D6FB-46CC-88C0-BBF6A95A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0C0"/>
            </a:solidFill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11111"/>
                </a:solidFill>
                <a:latin typeface="+mn-lt"/>
                <a:ea typeface="+mn-lt"/>
                <a:cs typeface="+mn-lt"/>
              </a:defRPr>
            </a:pPr>
            <a:r>
              <a:rPr sz="2400">
                <a:solidFill>
                  <a:srgbClr val="111111"/>
                </a:solidFill>
                <a:latin typeface="+mn-lt"/>
                <a:ea typeface="+mn-lt"/>
                <a:cs typeface="+mn-lt"/>
              </a:rPr>
              <a:t>iiiiiiiiiiiiiiiiiiii</a:t>
            </a:r>
          </a:p>
        </p:txBody>
      </p:sp>
    </p:spTree>
    <p:extLst>
      <p:ext uri="{BB962C8B-B14F-4D97-AF65-F5344CB8AC3E}">
        <p14:creationId xmlns:p14="http://schemas.microsoft.com/office/powerpoint/2010/main" val="20410430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81D92CE0-6999-407D-B3B9-7CF4612E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731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Master B body</a:t>
            </a:r>
          </a:p>
        </p:txBody>
      </p:sp>
      <p:sp>
        <p:nvSpPr>
          <p:cNvPr id="2" name="OVER_B_minor">
            <a:extLst xmlns:a="http://schemas.openxmlformats.org/drawingml/2006/main">
              <a:ext uri="{FF2B5EF4-FFF2-40B4-BE49-F238E27FC236}">
                <a16:creationId xmlns:a16="http://schemas.microsoft.com/office/drawing/2014/main" id="{EF9C4671-FF4D-45D3-B995-AFE81495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0C0"/>
            </a:solidFill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11111"/>
                </a:solidFill>
                <a:latin typeface="+mn-lt"/>
                <a:ea typeface="+mn-lt"/>
                <a:cs typeface="+mn-lt"/>
              </a:defRPr>
            </a:pPr>
            <a:r>
              <a:rPr sz="2400">
                <a:solidFill>
                  <a:srgbClr val="111111"/>
                </a:solidFill>
                <a:latin typeface="+mn-lt"/>
                <a:ea typeface="+mn-lt"/>
                <a:cs typeface="+mn-lt"/>
              </a:rPr>
              <a:t>iiiiiiiiiiiiiiiiiiii</a:t>
            </a:r>
          </a:p>
        </p:txBody>
      </p:sp>
    </p:spTree>
    <p:extLst>
      <p:ext uri="{BB962C8B-B14F-4D97-AF65-F5344CB8AC3E}">
        <p14:creationId xmlns:p14="http://schemas.microsoft.com/office/powerpoint/2010/main" val="4801930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79BBAA74-7047-4918-977B-D36CC08B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731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Master B wide letters</a:t>
            </a:r>
          </a:p>
        </p:txBody>
      </p:sp>
      <p:sp>
        <p:nvSpPr>
          <p:cNvPr id="2" name="FIT_B_wide">
            <a:extLst xmlns:a="http://schemas.openxmlformats.org/drawingml/2006/main">
              <a:ext uri="{FF2B5EF4-FFF2-40B4-BE49-F238E27FC236}">
                <a16:creationId xmlns:a16="http://schemas.microsoft.com/office/drawing/2014/main" id="{3F240AB8-48E3-4595-AA50-AB26E75A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0C0"/>
            </a:solidFill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11111"/>
                </a:solidFill>
                <a:latin typeface="+mn-lt"/>
                <a:ea typeface="+mn-lt"/>
                <a:cs typeface="+mn-lt"/>
              </a:defRPr>
            </a:pPr>
            <a:r>
              <a:rPr sz="2400">
                <a:solidFill>
                  <a:srgbClr val="111111"/>
                </a:solidFill>
                <a:latin typeface="+mn-lt"/>
                <a:ea typeface="+mn-lt"/>
                <a:cs typeface="+mn-lt"/>
              </a:rPr>
              <a:t>WWWWWWWWWW</a:t>
            </a:r>
          </a:p>
        </p:txBody>
      </p:sp>
    </p:spTree>
    <p:extLst>
      <p:ext uri="{BB962C8B-B14F-4D97-AF65-F5344CB8AC3E}">
        <p14:creationId xmlns:p14="http://schemas.microsoft.com/office/powerpoint/2010/main" val="7987006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B4BF3163-2E7D-4196-A9E0-387CEE6C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731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Master B heading</a:t>
            </a:r>
          </a:p>
        </p:txBody>
      </p:sp>
      <p:sp>
        <p:nvSpPr>
          <p:cNvPr id="2" name="FIT_B_major">
            <a:extLst xmlns:a="http://schemas.openxmlformats.org/drawingml/2006/main">
              <a:ext uri="{FF2B5EF4-FFF2-40B4-BE49-F238E27FC236}">
                <a16:creationId xmlns:a16="http://schemas.microsoft.com/office/drawing/2014/main" id="{C8269254-DFD4-4F9F-819D-9AC48013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0C0"/>
            </a:solidFill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11111"/>
                </a:solidFill>
                <a:latin typeface="+mj-lt"/>
                <a:ea typeface="+mj-lt"/>
                <a:cs typeface="+mj-lt"/>
              </a:defRPr>
            </a:pPr>
            <a:r>
              <a:rPr sz="2400">
                <a:solidFill>
                  <a:srgbClr val="111111"/>
                </a:solidFill>
                <a:latin typeface="+mj-lt"/>
                <a:ea typeface="+mj-lt"/>
                <a:cs typeface="+mj-lt"/>
              </a:rPr>
              <a:t>iiiiiiiiiiiiiiiiiiii</a:t>
            </a:r>
          </a:p>
        </p:txBody>
      </p:sp>
    </p:spTree>
    <p:extLst>
      <p:ext uri="{BB962C8B-B14F-4D97-AF65-F5344CB8AC3E}">
        <p14:creationId xmlns:p14="http://schemas.microsoft.com/office/powerpoint/2010/main" val="14003245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180C4949-ACB5-4E93-B9B5-9FCBBBDE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731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Master A heading</a:t>
            </a:r>
          </a:p>
        </p:txBody>
      </p:sp>
      <p:sp>
        <p:nvSpPr>
          <p:cNvPr id="2" name="OVER_A_major">
            <a:extLst xmlns:a="http://schemas.openxmlformats.org/drawingml/2006/main">
              <a:ext uri="{FF2B5EF4-FFF2-40B4-BE49-F238E27FC236}">
                <a16:creationId xmlns:a16="http://schemas.microsoft.com/office/drawing/2014/main" id="{CA1C768B-E232-454B-B17A-A0C5B6BB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0C0"/>
            </a:solidFill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11111"/>
                </a:solidFill>
                <a:latin typeface="+mj-lt"/>
                <a:ea typeface="+mj-lt"/>
                <a:cs typeface="+mj-lt"/>
              </a:defRPr>
            </a:pPr>
            <a:r>
              <a:rPr sz="2400">
                <a:solidFill>
                  <a:srgbClr val="111111"/>
                </a:solidFill>
                <a:latin typeface="+mj-lt"/>
                <a:ea typeface="+mj-lt"/>
                <a:cs typeface="+mj-lt"/>
              </a:rPr>
              <a:t>iiiiiiiiiiiiiiiiiiii</a:t>
            </a:r>
          </a:p>
        </p:txBody>
      </p:sp>
    </p:spTree>
    <p:extLst>
      <p:ext uri="{BB962C8B-B14F-4D97-AF65-F5344CB8AC3E}">
        <p14:creationId xmlns:p14="http://schemas.microsoft.com/office/powerpoint/2010/main" val="8999886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BB1CBC5F-9021-4F8F-82C4-1320EF98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731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Explicit Arial on master B</a:t>
            </a:r>
          </a:p>
        </p:txBody>
      </p:sp>
      <p:sp>
        <p:nvSpPr>
          <p:cNvPr id="2" name="FIT_explicit">
            <a:extLst xmlns:a="http://schemas.openxmlformats.org/drawingml/2006/main">
              <a:ext uri="{FF2B5EF4-FFF2-40B4-BE49-F238E27FC236}">
                <a16:creationId xmlns:a16="http://schemas.microsoft.com/office/drawing/2014/main" id="{594930B0-620C-4B61-B2F6-E20B08A0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0C0"/>
            </a:solidFill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11111"/>
                </a:solidFill>
                <a:latin typeface="Arial"/>
                <a:ea typeface="Arial"/>
                <a:cs typeface="Arial"/>
              </a:rPr>
              <a:t>iiiiiiiiiiiiiiiiiiii</a:t>
            </a:r>
          </a:p>
        </p:txBody>
      </p:sp>
    </p:spTree>
    <p:extLst>
      <p:ext uri="{BB962C8B-B14F-4D97-AF65-F5344CB8AC3E}">
        <p14:creationId xmlns:p14="http://schemas.microsoft.com/office/powerpoint/2010/main" val="13402617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4531D67A-D767-4D3C-98AD-D6D3B93E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731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Master A body again</a:t>
            </a:r>
          </a:p>
        </p:txBody>
      </p:sp>
      <p:sp>
        <p:nvSpPr>
          <p:cNvPr id="2" name="FIT_A_again">
            <a:extLst xmlns:a="http://schemas.openxmlformats.org/drawingml/2006/main">
              <a:ext uri="{FF2B5EF4-FFF2-40B4-BE49-F238E27FC236}">
                <a16:creationId xmlns:a16="http://schemas.microsoft.com/office/drawing/2014/main" id="{F036C8F7-B645-4B07-8F14-9E3D0546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0C0"/>
            </a:solidFill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11111"/>
                </a:solidFill>
                <a:latin typeface="+mn-lt"/>
                <a:ea typeface="+mn-lt"/>
                <a:cs typeface="+mn-lt"/>
              </a:defRPr>
            </a:pPr>
            <a:r>
              <a:rPr sz="2400">
                <a:solidFill>
                  <a:srgbClr val="111111"/>
                </a:solidFill>
                <a:latin typeface="+mn-lt"/>
                <a:ea typeface="+mn-lt"/>
                <a:cs typeface="+mn-lt"/>
              </a:rPr>
              <a:t>iiiiiiiiiiiiiiiiiiii</a:t>
            </a:r>
          </a:p>
        </p:txBody>
      </p:sp>
    </p:spTree>
    <p:extLst>
      <p:ext uri="{BB962C8B-B14F-4D97-AF65-F5344CB8AC3E}">
        <p14:creationId xmlns:p14="http://schemas.microsoft.com/office/powerpoint/2010/main" val="8553258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55545E19-33EE-4525-B256-2ADF178C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731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Inherited body font on master B</a:t>
            </a:r>
          </a:p>
        </p:txBody>
      </p:sp>
      <p:sp>
        <p:nvSpPr>
          <p:cNvPr id="2" name="OVER_B_inherited">
            <a:extLst xmlns:a="http://schemas.openxmlformats.org/drawingml/2006/main">
              <a:ext uri="{FF2B5EF4-FFF2-40B4-BE49-F238E27FC236}">
                <a16:creationId xmlns:a16="http://schemas.microsoft.com/office/drawing/2014/main" id="{2496832C-3EAB-4835-AC44-F75EBB09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0C0"/>
            </a:solidFill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11111"/>
                </a:solidFill>
              </a:defRPr>
            </a:pPr>
            <a:r>
              <a:rPr sz="2400">
                <a:solidFill>
                  <a:srgbClr val="111111"/>
                </a:solidFill>
              </a:rPr>
              <a:t>iiiiiiiiiiiiiiiiiiii</a:t>
            </a:r>
          </a:p>
        </p:txBody>
      </p:sp>
    </p:spTree>
    <p:extLst>
      <p:ext uri="{BB962C8B-B14F-4D97-AF65-F5344CB8AC3E}">
        <p14:creationId xmlns:p14="http://schemas.microsoft.com/office/powerpoint/2010/main" val="21470830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Calibri Light"/>
        <a:cs typeface="Calibri Light"/>
      </a:majorFont>
      <a:minorFont>
        <a:latin typeface="Arial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2026-09-06T10:06:19.0590000Z</dcterms:created>
  <dcterms:modified xsi:type="dcterms:W3CDTF">2026-09-06T10:06:19.0590000Z</dcterms:modified>
</coreProperties>
</file>