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slides/intro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57591179141b2" /><Relationship Type="http://schemas.openxmlformats.org/officeDocument/2006/relationships/extended-properties" Target="/docProps/app.xml" Id="R9f2eab534e104ccb" /><Relationship Type="http://schemas.openxmlformats.org/officeDocument/2006/relationships/officeDocument" Target="/ppt/presentation.xml" Id="Rbe6435317b8f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fb8a5dee3f456f"/>
  </p:sldMasterIdLst>
  <p:notesMasterIdLst>
    <p:notesMasterId xmlns:r="http://schemas.openxmlformats.org/officeDocument/2006/relationships" r:id="Rf9c718363c2d4ffe"/>
  </p:notesMasterIdLst>
  <p:sldIdLst>
    <p:sldId xmlns:r="http://schemas.openxmlformats.org/officeDocument/2006/relationships" id="258" r:id="Ree491aaa04fb4c9f"/>
    <p:sldId xmlns:r="http://schemas.openxmlformats.org/officeDocument/2006/relationships" id="256" r:id="R61e1fa429b1740ed"/>
    <p:sldId xmlns:r="http://schemas.openxmlformats.org/officeDocument/2006/relationships" id="257" r:id="R6054bd29ed524b9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7ee0f3b794cc4" /><Relationship Type="http://schemas.openxmlformats.org/officeDocument/2006/relationships/slideMaster" Target="/ppt/slideMasters/slideMaster1.xml" Id="Rd5fb8a5dee3f456f" /><Relationship Type="http://schemas.openxmlformats.org/officeDocument/2006/relationships/notesMaster" Target="/ppt/notesMasters/notesMaster1.xml" Id="Rf9c718363c2d4ffe" /><Relationship Type="http://schemas.openxmlformats.org/officeDocument/2006/relationships/presProps" Target="/ppt/presProps.xml" Id="R8b6f4de5d53941ae" /><Relationship Type="http://schemas.openxmlformats.org/officeDocument/2006/relationships/tableStyles" Target="/ppt/tableStyles.xml" Id="R0f0fb48418c84e98" /><Relationship Type="http://schemas.openxmlformats.org/officeDocument/2006/relationships/slide" Target="/ppt/slides/slide1.xml" Id="R61e1fa429b1740ed" /><Relationship Type="http://schemas.openxmlformats.org/officeDocument/2006/relationships/slide" Target="/ppt/slides/slide10.xml" Id="R6054bd29ed524b9b" /><Relationship Type="http://schemas.openxmlformats.org/officeDocument/2006/relationships/slide" Target="/ppt/slides/intro.xml" Id="Ree491aaa04fb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6676ff9e344e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27d0a8caf74650" /><Relationship Type="http://schemas.openxmlformats.org/officeDocument/2006/relationships/notesMaster" Target="/ppt/notesMasters/notesMaster1.xml" Id="Rfc6856e02fed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10.xml" Id="R228a63bd83684490" /><Relationship Type="http://schemas.openxmlformats.org/officeDocument/2006/relationships/notesMaster" Target="/ppt/notesMasters/notesMaster1.xml" Id="Rfb0beaad2734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intro.xml" Id="R3c5615a1846a49ec" /><Relationship Type="http://schemas.openxmlformats.org/officeDocument/2006/relationships/notesMaster" Target="/ppt/notesMasters/notesMaster1.xml" Id="Rb01c1f38ab65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8608a967d40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b23f27e6984cb6" /><Relationship Type="http://schemas.openxmlformats.org/officeDocument/2006/relationships/slideLayout" Target="/ppt/slideLayouts/slideLayout1.xml" Id="Rd5de048cacf743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de048cacf743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intro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a6cea6cf1448b" /><Relationship Type="http://schemas.openxmlformats.org/officeDocument/2006/relationships/notesSlide" Target="/ppt/notesSlides/notesSlide3.xml" Id="Rdcc5b7864ede4152" 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f5c1ac7fc4bb1" /><Relationship Type="http://schemas.openxmlformats.org/officeDocument/2006/relationships/notesSlide" Target="/ppt/notesSlides/notesSlide1.xml" Id="Rc134c612db7949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46805a844f2d" /><Relationship Type="http://schemas.openxmlformats.org/officeDocument/2006/relationships/notesSlide" Target="/ppt/notesSlides/notesSlide2.xml" Id="R1e2c609900764d5e" /></Relationships>
</file>

<file path=ppt/slides/intro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A5C581CC-60CF-4F4A-BD3D-C6DB62B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First: clean</a:t>
            </a:r>
          </a:p>
        </p:txBody>
      </p:sp>
      <p:sp>
        <p:nvSpPr>
          <p:cNvPr id="2" name="FIT_first">
            <a:extLst xmlns:a="http://schemas.openxmlformats.org/drawingml/2006/main">
              <a:ext uri="{FF2B5EF4-FFF2-40B4-BE49-F238E27FC236}">
                <a16:creationId xmlns:a16="http://schemas.microsoft.com/office/drawing/2014/main" id="{72B08B0A-EC02-4B23-8A2A-1C794158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1140457742"/>
      </p:ext>
    </p:extLst>
  </p:cSld>
</p:sld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BB9B5E6B-DBD0-4CA2-B68B-930F4DF5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Second: clean</a:t>
            </a:r>
          </a:p>
        </p:txBody>
      </p:sp>
      <p:sp>
        <p:nvSpPr>
          <p:cNvPr id="2" name="FIT_second">
            <a:extLst xmlns:a="http://schemas.openxmlformats.org/drawingml/2006/main">
              <a:ext uri="{FF2B5EF4-FFF2-40B4-BE49-F238E27FC236}">
                <a16:creationId xmlns:a16="http://schemas.microsoft.com/office/drawing/2014/main" id="{04E3A4C9-C4F6-49E8-9E4D-2E64B9DF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750727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D2B89E41-D2CB-4BA0-BB17-12EA36A0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Third: overflow</a:t>
            </a:r>
          </a:p>
        </p:txBody>
      </p:sp>
      <p:sp>
        <p:nvSpPr>
          <p:cNvPr id="2" name="OVER_third">
            <a:extLst xmlns:a="http://schemas.openxmlformats.org/drawingml/2006/main">
              <a:ext uri="{FF2B5EF4-FFF2-40B4-BE49-F238E27FC236}">
                <a16:creationId xmlns:a16="http://schemas.microsoft.com/office/drawing/2014/main" id="{E20C3B38-2F8B-488E-BEB0-AD53B9D4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1758284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2026-09-06T09:47:33.0400000Z</dcterms:created>
  <dcterms:modified xsi:type="dcterms:W3CDTF">2026-09-06T09:47:33.0400000Z</dcterms:modified>
</coreProperties>
</file>