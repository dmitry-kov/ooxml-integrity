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_0"/>
          <p:cNvSpPr txBox="1"/>
          <p:nvPr/>
        </p:nvSpPr>
        <p:spPr>
          <a:xfrm>
            <a:off x="914400" y="2540000"/>
            <a:ext cx="7315200" cy="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lang="en-US" sz="1800">
                <a:latin typeface="Calibri"/>
              </a:rPr>
              <a:t>AXbc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_4"/>
          <p:cNvSpPr txBox="1"/>
          <p:nvPr/>
        </p:nvSpPr>
        <p:spPr>
          <a:xfrm>
            <a:off x="914400" y="2540000"/>
            <a:ext cx="7315200" cy="50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lang="en-US" sz="1800">
                <a:latin typeface="Calibri"/>
              </a:rPr>
              <a:t>AXbc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_7.2"/>
          <p:cNvSpPr txBox="1"/>
          <p:nvPr/>
        </p:nvSpPr>
        <p:spPr>
          <a:xfrm>
            <a:off x="914400" y="2540000"/>
            <a:ext cx="7315200" cy="91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lang="en-US" sz="1800">
                <a:latin typeface="Calibri"/>
              </a:rPr>
              <a:t>AXbc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_8"/>
          <p:cNvSpPr txBox="1"/>
          <p:nvPr/>
        </p:nvSpPr>
        <p:spPr>
          <a:xfrm>
            <a:off x="914400" y="2540000"/>
            <a:ext cx="7315200" cy="10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lang="en-US" sz="1800">
                <a:latin typeface="Calibri"/>
              </a:rPr>
              <a:t>AXbc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tr_4"/>
          <p:cNvSpPr txBox="1"/>
          <p:nvPr/>
        </p:nvSpPr>
        <p:spPr>
          <a:xfrm>
            <a:off x="914400" y="2540000"/>
            <a:ext cx="7315200" cy="50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n-US" sz="1800">
                <a:latin typeface="Calibri"/>
              </a:rPr>
              <a:t>AXbc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_4"/>
          <p:cNvSpPr txBox="1"/>
          <p:nvPr/>
        </p:nvSpPr>
        <p:spPr>
          <a:xfrm>
            <a:off x="914400" y="2540000"/>
            <a:ext cx="7315200" cy="5080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r>
              <a:rPr lang="en-US" sz="1800">
                <a:latin typeface="Calibri"/>
              </a:rPr>
              <a:t>AXbc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_4_no_insets"/>
          <p:cNvSpPr txBox="1"/>
          <p:nvPr/>
        </p:nvSpPr>
        <p:spPr>
          <a:xfrm>
            <a:off x="914400" y="2540000"/>
            <a:ext cx="7315200" cy="50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>
                <a:latin typeface="Calibri"/>
              </a:rPr>
              <a:t>AXbc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_40"/>
          <p:cNvSpPr txBox="1"/>
          <p:nvPr/>
        </p:nvSpPr>
        <p:spPr>
          <a:xfrm>
            <a:off x="914400" y="2540000"/>
            <a:ext cx="7315200" cy="508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lang="en-US" sz="1800">
                <a:latin typeface="Calibri"/>
              </a:rPr>
              <a:t>AXbc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