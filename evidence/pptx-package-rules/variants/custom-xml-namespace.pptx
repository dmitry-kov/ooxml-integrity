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0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701-5B1A-54F5-180D-BF24EAAFE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6B4EF-753F-9A4B-A48D-8409E1F1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954C-5896-379C-C10E-0243954E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DCED-9108-A9B6-8796-BC14045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EE1B-CB05-FC6D-4809-51E856A4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5019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C175-D67D-1A71-FEF8-8509F76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1D4B-46BD-D1F9-9C7D-F1388C4C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4437-BDBB-1341-91FF-7A5F1639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EF1-8992-086B-5E03-C50415F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532-B854-F453-10A3-216D0A8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9154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9FB-E4DB-112B-7F50-78B804F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661-6CFC-E99D-0C90-F70C25CC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E7FB-9370-72A5-A73D-2462B0AA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CC9-58F7-CB93-82E8-D4C7183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F0A-1E88-4611-92CC-887998C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065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DBB-4C5E-47B6-7951-74625DC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957E-4D05-DEC4-E740-25C88A3C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E12-D5FB-B3AB-3A8D-F0801D2A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E210-FED3-D476-31C7-4EF56FD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2A32-8388-E6F8-173C-90D0FA7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C7F2E-00A4-67DA-56BA-7818B825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740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D984-9D9E-55DC-3291-83F521F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880C-F009-A383-7165-2B8BBF49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2AFA6-9296-45FA-9002-28ED5355D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5863-5040-CCDF-B794-202908A47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6F6A-DB31-AD81-F096-A2201EE1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436FD-9FBC-4BE9-A644-618ADC68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56BE0-61BF-FA2B-2D02-76C3546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82782-1CBC-D9B3-2386-C8888FDA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44987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D859-FCBA-2C3F-BDED-5E3E56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2520A-1462-45D4-A00B-42D5162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0D55-15D2-E9C5-D975-6818998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F3616-F772-CE54-0E43-3AEA5FD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410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78E0-4502-00C6-E40B-F4291563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4C54-34E7-195F-2951-C478EA2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15A41-675F-9C98-690D-E829769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9901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58E-6154-5390-5E71-B120D00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E762-3240-5264-40FF-56D09900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9D61-A76A-8C59-C350-5A860314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78CE-785D-8748-1164-E3ABA5B2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D5DCC-3C0F-4030-7F3E-D6362F8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8C0E-9B27-56F2-77F7-6D120BD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EE9-5D4D-4391-4EC8-1E61969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B86B1-E4CC-4761-7E00-F05083671A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D91-1A2C-F15D-4369-D91EE0C64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EFE41-DB12-E69B-F5CF-4796CF2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A725-85B1-6858-776B-A9CDA02B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EEA5-F865-A932-0F94-79EAE27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954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FEC-0F4E-272A-9068-F5C11DB5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3FD-3366-F6BF-6C51-069E284AE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7DB3-2495-6310-0DF8-25AF7AD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B051-808C-418D-4CB0-E6AF0C7A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9BA7-57DB-58CF-CBBA-60484E74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563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045B3-A34C-2302-B6D4-2BA5B9C3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DC0FB-F4CE-A182-3161-234A7420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2DA-186D-7D2A-37F9-0A91455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42B3-102A-4CBA-3BA4-C19E5332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5E3-AF5C-7650-4381-B82029DF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83745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15DE-A98D-6F9C-5A36-78C9A563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CFAE-26D0-53C4-9DD7-0BAEF7FA3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910-6EAC-A9AA-4B89-1B211E3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D663-2EA0-FFEB-7FDD-C9CBD3C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0CE-C5AE-E995-C76F-B52503CD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41200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AE61F-B6C6-962D-68DD-F403B49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5338A-AF0E-3732-45EF-550C9D6C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4A1-AFD0-A95D-A89C-822F3665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920A-8F08-A8C3-F38C-9384FBB5F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5C33-6638-07F6-9612-DEB4F2716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0736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xample.o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3AF5C-A1E0-5AFA-9B38-63FC741F1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Package check</a:t>
            </a:r>
            <a:endParaRPr lang="en-UZ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68912-F1AB-0901-297B-13A57AFEC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deck saved by PowerPoint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417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A124A-885C-F6FA-2228-56F6062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4BF7F-0001-5B16-9A2A-DA6CE5DA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One paragraph of body text.</a:t>
            </a:r>
            <a:endParaRPr lang="en-U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572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item1.xml><?xml version="1.0" encoding="utf-8"?><p:properties xmlns:p="http://schemas.microsoft.com/office/2006/metadata/properties"><documentManagement><ns3:Owner xmlns:ns3="$ListId:Shared Documents;">Benchmark Editor</ns3:Owner></documentManagement></p:properties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Package check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Dmitrii Kovalev</dc:creator>
  <cp:lastModifiedBy>Dmitrii Kovalev</cp:lastModifiedBy>
  <cp:revision>1</cp:revision>
  <dcterms:created xsi:type="dcterms:W3CDTF">2026-10-29T15:41:55Z</dcterms:created>
  <dcterms:modified xsi:type="dcterms:W3CDTF">2026-10-29T15:45:03Z</dcterms:modified>
</cp:coreProperties>
</file>