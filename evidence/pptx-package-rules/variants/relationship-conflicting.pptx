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3" Type="http://schemas.openxmlformats.org/officeDocument/2006/relationships/hyperlink" Target="https://example.org/added" TargetMode="External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