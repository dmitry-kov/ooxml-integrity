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4" name="Title 3"><a:extLst><a:ext uri="{FF2B5EF4-FFF2-40B4-BE49-F238E27FC236}"><a16:creationId xmlns:a16="http://schemas.microsoft.com/office/drawing/2014/main" id="{DFDA124A-885C-F6FA-2228-56F6062DA3FC}"/></a:ext></a:extLst></p:cNvPr><p:cNvSpPr><a:spLocks noGrp="1"/></p:cNvSpPr><p:nvPr><p:ph type="title"/></p:nvPr></p:nvSpPr><p:spPr/><p:txBody><a:bodyPr/><a:lstStyle/><a:p><a:r><a:rPr lang="en-US"/><a:t>Second slide</a:t></a:r><a:endParaRPr lang="en-UZ"/></a:p></p:txBody></p:sp><p:sp><p:nvSpPr><p:cNvPr id="5" name="Text Placeholder 4"><a:extLst><a:ext uri="{FF2B5EF4-FFF2-40B4-BE49-F238E27FC236}"><a16:creationId xmlns:a16="http://schemas.microsoft.com/office/drawing/2014/main" id="{CF14BF7F-0001-5B16-9A2A-DA6CE5DAD0C6}"/></a:ext></a:extLst></p:cNvPr><p:cNvSpPr><a:spLocks noGrp="1"/></p:cNvSpPr><p:nvPr><p:ph type="body" idx="1"/></p:nvPr></p:nvSpPr><p:spPr/><p:txBody><a:bodyPr/><a:lstStyle/><a:p><a:r><a:rPr lang="en-US"><a:hlinkClick r:id="rId2"/></a:rPr><a:t>One paragraph of body text.</a:t></a:r><a:endParaRPr lang="en-UZ"/></a:p></p:txBody></p:sp><p:pic><p:nvPicPr><p:cNvPr id="6" name="Picture 5"/><p:cNvPicPr><a:picLocks noChangeAspect="1"/></p:cNvPicPr><p:nvPr/></p:nvPicPr><p:blipFill><a:blip r:embed="rId3"/><a:stretch><a:fillRect/></a:stretch></p:blipFill><p:spPr><a:xfrm><a:off x="8382000" y="4572000"/><a:ext cx="1524000" cy="1524000"/></a:xfrm><a:prstGeom prst="rect"><a:avLst/></a:prstGeom></p:spPr></p:pic></p:spTree><p:extLst><p:ext uri="{BB962C8B-B14F-4D97-AF65-F5344CB8AC3E}"><p14:creationId xmlns:p14="http://schemas.microsoft.com/office/powerpoint/2010/main" val="4067079910"/></p:ext></p:extLst></p:cSld><p:clrMapOvr><a:masterClrMapping/></p:clrMapOv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