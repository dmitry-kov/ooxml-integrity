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unused.xml><unused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5"/>
  </p:normalViewPr>
  <p:slideViewPr>
    <p:cSldViewPr snapToGrid="0">
      <p:cViewPr varScale="1">
        <p:scale>
          <a:sx n="119" d="100"/>
          <a:sy n="119" d="100"/>
        </p:scale>
        <p:origin x="856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82C701-5B1A-54F5-180D-BF24EAAFE3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6B4EF-753F-9A4B-A48D-8409E1F106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B3954C-5896-379C-C10E-0243954EE01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CDDDCED-9108-A9B6-8796-BC140458B8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ACEE1B-CB05-FC6D-4809-51E856A424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15019298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DC175-D67D-1A71-FEF8-8509F7672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891D4B-46BD-D1F9-9C7D-F1388C4CD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154437-BDBB-1341-91FF-7A5F16397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A4AEF1-8992-086B-5E03-C50415FD1D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30A532-B854-F453-10A3-216D0A8E5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91544509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2569FB-E4DB-112B-7F50-78B804FBCC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05FC661-6CFC-E99D-0C90-F70C25CC9FC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9BE7FB-9370-72A5-A73D-2462B0AA5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DBACC9-58F7-CB93-82E8-D4C7183F49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13BF0A-1E88-4611-92CC-887998C07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906563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E3FDBB-4C5E-47B6-7951-74625DC87C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2B5957E-4D05-DEC4-E740-25C88A3C561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2916E12-D5FB-B3AB-3A8D-F0801D2A72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2DE210-FED3-D476-31C7-4EF56FDF1E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E82A32-8388-E6F8-173C-90D0FA726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0C7F2E-00A4-67DA-56BA-7818B825D5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8740749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16D984-9D9E-55DC-3291-83F521F796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56880C-F009-A383-7165-2B8BBF49F7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EA2AFA6-9296-45FA-9002-28ED5355D6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A565863-5040-CCDF-B794-202908A479A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3896F6A-DB31-AD81-F096-A2201EE18AC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BB436FD-9FBC-4BE9-A644-618ADC682D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7E56BE0-61BF-FA2B-2D02-76C354677F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E482782-1CBC-D9B3-2386-C8888FDAB4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4498768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E0D859-FCBA-2C3F-BDED-5E3E5688B0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1E2520A-1462-45D4-A00B-42D516284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61C0D55-15D2-E9C5-D975-6818998A58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9F3616-F772-CE54-0E43-3AEA5FDA32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44101109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A5278E0-4502-00C6-E40B-F429156307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0D64C54-34E7-195F-2951-C478EA27BA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DA15A41-675F-9C98-690D-E8297693C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990174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C758E-6154-5390-5E71-B120D00B80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8FE762-3240-5264-40FF-56D09900AC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C4F9D61-A76A-8C59-C350-5A860314D8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FA478CE-785D-8748-1164-E3ABA5B20F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12D5DCC-3C0F-4030-7F3E-D6362F8FEF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B88C0E-9B27-56F2-77F7-6D120BD313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838489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62EE9-5D4D-4391-4EC8-1E61969DC9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6B86B1-E4CC-4761-7E00-F05083671A39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Z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A004D91-1A2C-F15D-4369-D91EE0C642A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6EFE41-DB12-E69B-F5CF-4796CF291F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BC4A725-85B1-6858-776B-A9CDA02B2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C9EEA5-F865-A932-0F94-79EAE27912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5954513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6EBFEC-0F4E-272A-9068-F5C11DB59D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73CF3FD-3366-F6BF-6C51-069E284AE9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B07DB3-2495-6310-0DF8-25AF7AD5CC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8B4B051-808C-418D-4CB0-E6AF0C7A9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179BA7-57DB-58CF-CBBA-60484E747B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65639817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D4045B3-A34C-2302-B6D4-2BA5B9C363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FDC0FB-F4CE-A182-3161-234A74205D9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1382DA-186D-7D2A-37F9-0A91455C01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3142B3-102A-4CBA-3BA4-C19E533259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1FD5E3-AF5C-7650-4381-B82029DF4A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83745342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5A15DE-A98D-6F9C-5A36-78C9A56346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66CFAE-26D0-53C4-9DD7-0BAEF7FA3FA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DD0910-6EAC-A9AA-4B89-1B211E3CE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E2D663-2EA0-FFEB-7FDD-C9CBD3C996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17B0CE-C5AE-E995-C76F-B52503CDCD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412008565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D3AE61F-B6C6-962D-68DD-F403B495A5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FA5338A-AF0E-3732-45EF-550C9D6C2E5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Z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3584A1-AFD0-A95D-A89C-822F3665EF6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748BB8D-8747-EE4C-B427-7DA3598B2BAD}" type="datetimeFigureOut">
              <a:rPr lang="en-UZ" smtClean="0"/>
              <a:t>29/10/26</a:t>
            </a:fld>
            <a:endParaRPr lang="en-UZ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920A-8F08-A8C3-F38C-9384FBB5F98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Z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2845C33-6638-07F6-9612-DEB4F2716E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CA1C46C-4F78-F246-8FF2-E39AB2D5F87A}" type="slidenum">
              <a:rPr lang="en-UZ" smtClean="0"/>
              <a:t>‹#›</a:t>
            </a:fld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20736628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example.org/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1253AF5C-A1E0-5AFA-9B38-63FC741F1B7E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Package check</a:t>
            </a:r>
            <a:endParaRPr lang="en-UZ"/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FB468912-F1AB-0901-297B-13A57AFECAF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/>
              <a:t>Seed deck saved by PowerPoint</a:t>
            </a:r>
            <a:endParaRPr lang="en-UZ"/>
          </a:p>
        </p:txBody>
      </p:sp>
    </p:spTree>
    <p:extLst>
      <p:ext uri="{BB962C8B-B14F-4D97-AF65-F5344CB8AC3E}">
        <p14:creationId xmlns:p14="http://schemas.microsoft.com/office/powerpoint/2010/main" val="3041798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DFDA124A-885C-F6FA-2228-56F6062DA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Second slide</a:t>
            </a:r>
            <a:endParaRPr lang="en-UZ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F14BF7F-0001-5B16-9A2A-DA6CE5DAD0C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>
                <a:hlinkClick r:id="rId2"/>
              </a:rPr>
              <a:t>One paragraph of body text.</a:t>
            </a:r>
            <a:endParaRPr lang="en-UZ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2000" y="4572000"/>
            <a:ext cx="1524000" cy="1524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707991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15</Words>
  <Application>Microsoft Macintosh PowerPoint</Application>
  <PresentationFormat>Widescreen</PresentationFormat>
  <Paragraphs>4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Package check</vt:lpstr>
      <vt:lpstr>Second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Dmitrii Kovalev</dc:creator>
  <cp:lastModifiedBy>Dmitrii Kovalev</cp:lastModifiedBy>
  <cp:revision>1</cp:revision>
  <dcterms:created xsi:type="dcterms:W3CDTF">2026-10-29T15:41:55Z</dcterms:created>
  <dcterms:modified xsi:type="dcterms:W3CDTF">2026-10-29T15:45:03Z</dcterms:modified>
</cp:coreProperties>
</file>